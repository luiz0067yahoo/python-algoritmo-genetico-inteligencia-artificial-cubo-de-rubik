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8c44d0ea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8c44d0ea5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c44d0ea5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8c44d0ea5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c44d0ea5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8c44d0ea5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8c44d0ea5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8c44d0ea5_1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8c44d0ea5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8c44d0ea5_1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8c44d0ea5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8c44d0ea5_1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8c44d0ea5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8c44d0ea5_1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8c44d0ea5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8c44d0ea5_1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8c44d0ea5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8c44d0ea5_1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c44d0ea5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8c44d0ea5_1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8c44d0ea5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8c44d0ea5_1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8c44d0ea5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f8c44d0ea5_1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jpg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hyperlink" Target="https://collections.nlm.nih.gov/ext/document/101584582X381/PDF/101584582X381.pdf" TargetMode="External"/><Relationship Id="rId11" Type="http://schemas.openxmlformats.org/officeDocument/2006/relationships/hyperlink" Target="https://archive.org/details/IA41547001_0103" TargetMode="External"/><Relationship Id="rId10" Type="http://schemas.openxmlformats.org/officeDocument/2006/relationships/hyperlink" Target="https://archive.org/details/verhandlungendes04natu" TargetMode="External"/><Relationship Id="rId13" Type="http://schemas.openxmlformats.org/officeDocument/2006/relationships/hyperlink" Target="https://archive.org/details/Morgan1877AncientSociety" TargetMode="External"/><Relationship Id="rId12" Type="http://schemas.openxmlformats.org/officeDocument/2006/relationships/hyperlink" Target="https://archive.org/details/IA41547001_0103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archive.org/details/spicilegiumflora25ball" TargetMode="External"/><Relationship Id="rId4" Type="http://schemas.openxmlformats.org/officeDocument/2006/relationships/hyperlink" Target="https://archive.org/details/spicilegiumflora25ball" TargetMode="External"/><Relationship Id="rId9" Type="http://schemas.openxmlformats.org/officeDocument/2006/relationships/hyperlink" Target="https://archive.org/details/verhandlungendes04natu" TargetMode="External"/><Relationship Id="rId15" Type="http://schemas.openxmlformats.org/officeDocument/2006/relationships/hyperlink" Target="https://doi.org/10.1007/s00283-021-10052-1" TargetMode="External"/><Relationship Id="rId14" Type="http://schemas.openxmlformats.org/officeDocument/2006/relationships/hyperlink" Target="https://archive.org/details/Morgan1877AncientSociety" TargetMode="External"/><Relationship Id="rId17" Type="http://schemas.openxmlformats.org/officeDocument/2006/relationships/hyperlink" Target="https://kociemba.org/math/papers/rubik20.pdf" TargetMode="External"/><Relationship Id="rId16" Type="http://schemas.openxmlformats.org/officeDocument/2006/relationships/hyperlink" Target="https://doi.org/10.1007/s00283-021-10052-1" TargetMode="External"/><Relationship Id="rId5" Type="http://schemas.openxmlformats.org/officeDocument/2006/relationships/hyperlink" Target="http://ws.binghamton.edu/fridrich/cube.html" TargetMode="External"/><Relationship Id="rId19" Type="http://schemas.openxmlformats.org/officeDocument/2006/relationships/hyperlink" Target="https://collections.nlm.nih.gov/ext/document/101584582X381/PDF/101584582X381.pdf" TargetMode="External"/><Relationship Id="rId6" Type="http://schemas.openxmlformats.org/officeDocument/2006/relationships/hyperlink" Target="http://ws.binghamton.edu/fridrich/cube.html" TargetMode="External"/><Relationship Id="rId18" Type="http://schemas.openxmlformats.org/officeDocument/2006/relationships/hyperlink" Target="https://kociemba.org/math/papers/rubik20.pdf" TargetMode="External"/><Relationship Id="rId7" Type="http://schemas.openxmlformats.org/officeDocument/2006/relationships/hyperlink" Target="https://repo.darmajaya.ac.id/3794/1/Adaptation%20in%20Natural%20and%20Artificial%20Systems_%20An%20Introductory%20Analysis%20with%20Applications%20to%20Biology%2C%20Control%2C%20and%20Artificial%20Intelligence%20%28A%20Bradford%20Book%29%20%28%20PDFDrive%20%29.pdf" TargetMode="External"/><Relationship Id="rId8" Type="http://schemas.openxmlformats.org/officeDocument/2006/relationships/hyperlink" Target="https://repo.darmajaya.ac.id/3794/1/Adaptation%20in%20Natural%20and%20Artificial%20Systems_%20An%20Introductory%20Analysis%20with%20Applications%20to%20Biology%2C%20Control%2C%20and%20Artificial%20Intelligence%20%28A%20Bradford%20Book%29%20%28%20PDFDrive%20%29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011650" y="1454575"/>
            <a:ext cx="1824900" cy="1077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1859 </a:t>
            </a:r>
            <a:endParaRPr sz="5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5421600" y="938875"/>
            <a:ext cx="1824900" cy="107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1866 </a:t>
            </a:r>
            <a:endParaRPr sz="5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2933250" y="5965200"/>
            <a:ext cx="6801600" cy="89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Gregor Mendel “Fenótipo” 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039601" cy="67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6519150" y="3160400"/>
            <a:ext cx="2975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1F1F1F"/>
                </a:solidFill>
                <a:highlight>
                  <a:srgbClr val="F2F0F0"/>
                </a:highlight>
              </a:rPr>
              <a:t>Friedrich Miescher DNA</a:t>
            </a:r>
            <a:r>
              <a:rPr b="1" lang="en-US" sz="2900">
                <a:solidFill>
                  <a:schemeClr val="dk1"/>
                </a:solidFill>
              </a:rPr>
              <a:t> </a:t>
            </a:r>
            <a:endParaRPr b="1"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0" y="0"/>
            <a:ext cx="1824900" cy="107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1877 </a:t>
            </a:r>
            <a:endParaRPr sz="5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039601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10367100" y="0"/>
            <a:ext cx="1824900" cy="107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1975</a:t>
            </a:r>
            <a:endParaRPr sz="5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23825"/>
            <a:ext cx="12192000" cy="6810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84423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7775" y="0"/>
            <a:ext cx="3844225" cy="6881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6305" y="1038375"/>
            <a:ext cx="4181475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91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 txBox="1"/>
          <p:nvPr/>
        </p:nvSpPr>
        <p:spPr>
          <a:xfrm>
            <a:off x="10367100" y="0"/>
            <a:ext cx="1824900" cy="107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2008</a:t>
            </a:r>
            <a:endParaRPr sz="5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/>
        </p:nvSpPr>
        <p:spPr>
          <a:xfrm>
            <a:off x="-50" y="0"/>
            <a:ext cx="12192000" cy="6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Referencias: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BALL, John. </a:t>
            </a:r>
            <a:r>
              <a:rPr b="1" lang="en-US" sz="1000">
                <a:solidFill>
                  <a:schemeClr val="dk1"/>
                </a:solidFill>
              </a:rPr>
              <a:t>Spicilegium florae maroccanae</a:t>
            </a:r>
            <a:r>
              <a:rPr lang="en-US" sz="1000">
                <a:solidFill>
                  <a:schemeClr val="dk1"/>
                </a:solidFill>
              </a:rPr>
              <a:t>. London: Longmans, Green, Reader, and Dyer, 1878. 470 p., 28 f. de estampas. Disponível em:</a:t>
            </a:r>
            <a:r>
              <a:rPr lang="en-US" sz="10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chemeClr val="hlink"/>
                </a:solidFill>
                <a:hlinkClick r:id="rId4"/>
              </a:rPr>
              <a:t>https://archive.org/details/spicilegiumflora25ball</a:t>
            </a:r>
            <a:r>
              <a:rPr lang="en-US" sz="1000">
                <a:solidFill>
                  <a:schemeClr val="dk1"/>
                </a:solidFill>
              </a:rPr>
              <a:t>. Acesso em: 5 set.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FRIDRICH, Jessica. </a:t>
            </a:r>
            <a:r>
              <a:rPr b="1" lang="en-US" sz="1000">
                <a:solidFill>
                  <a:schemeClr val="dk1"/>
                </a:solidFill>
              </a:rPr>
              <a:t>My system for solving Rubik's cube</a:t>
            </a:r>
            <a:r>
              <a:rPr lang="en-US" sz="1000">
                <a:solidFill>
                  <a:schemeClr val="dk1"/>
                </a:solidFill>
              </a:rPr>
              <a:t>. Jessica Fridrich's Rubik's Cube Page, Binghamton University, 2003. Disponível em:</a:t>
            </a:r>
            <a:r>
              <a:rPr lang="en-US" sz="10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chemeClr val="hlink"/>
                </a:solidFill>
                <a:hlinkClick r:id="rId6"/>
              </a:rPr>
              <a:t>http://ws.binghamton.edu/fridrich/cube.html</a:t>
            </a:r>
            <a:r>
              <a:rPr lang="en-US" sz="1000">
                <a:solidFill>
                  <a:schemeClr val="dk1"/>
                </a:solidFill>
              </a:rPr>
              <a:t>. Acesso em: 5 set.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HOLLAND, John H. </a:t>
            </a:r>
            <a:r>
              <a:rPr b="1" lang="en-US" sz="1000">
                <a:solidFill>
                  <a:schemeClr val="dk1"/>
                </a:solidFill>
              </a:rPr>
              <a:t>Adaptation in Natural and Artificial Systems</a:t>
            </a:r>
            <a:r>
              <a:rPr lang="en-US" sz="1000">
                <a:solidFill>
                  <a:schemeClr val="dk1"/>
                </a:solidFill>
              </a:rPr>
              <a:t>: an introductory analysis with applications to biology, control, and artificial intelligence. Cambridge, MA: The MIT Press, 1992. 211 p. (A Bradford Book). Disponível em:</a:t>
            </a:r>
            <a:r>
              <a:rPr lang="en-US" sz="10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chemeClr val="hlink"/>
                </a:solidFill>
                <a:hlinkClick r:id="rId8"/>
              </a:rPr>
              <a:t>https://repo.darmajaya.ac.id/3794/1/Adaptation%20in%20Natural%20and%20Artificial%20Systems_%20An%20Introductory%20Analysis%20with%20Applications%20to%20Biology%2C%20Control%2C%20and%20Artificial%20Intelligence%20%28A%20Bradford%20Book%29%20%28%20PDFDrive%20%29.pdf</a:t>
            </a:r>
            <a:r>
              <a:rPr lang="en-US" sz="1000">
                <a:solidFill>
                  <a:schemeClr val="dk1"/>
                </a:solidFill>
              </a:rPr>
              <a:t>. Acesso em: 5 set.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MENDEL, Gregor. Versuche über Pflanzen-Hybriden. </a:t>
            </a:r>
            <a:r>
              <a:rPr b="1" lang="en-US" sz="1000">
                <a:solidFill>
                  <a:schemeClr val="dk1"/>
                </a:solidFill>
              </a:rPr>
              <a:t>Verhandlungen des naturforschenden Vereines in Brünn</a:t>
            </a:r>
            <a:r>
              <a:rPr lang="en-US" sz="1000">
                <a:solidFill>
                  <a:schemeClr val="dk1"/>
                </a:solidFill>
              </a:rPr>
              <a:t>, Brünn, v. 4, p. 3-47, 1866. Disponível em:</a:t>
            </a:r>
            <a:r>
              <a:rPr lang="en-US" sz="10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chemeClr val="hlink"/>
                </a:solidFill>
                <a:hlinkClick r:id="rId10"/>
              </a:rPr>
              <a:t>https://archive.org/details/verhandlungendes04natu</a:t>
            </a:r>
            <a:r>
              <a:rPr lang="en-US" sz="1000">
                <a:solidFill>
                  <a:schemeClr val="dk1"/>
                </a:solidFill>
              </a:rPr>
              <a:t>. Acesso em: 5 set.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MIESCHER, Friedrich. Ueber die chemische Zusammensetzung der Eiterzellen. </a:t>
            </a:r>
            <a:r>
              <a:rPr b="1" lang="en-US" sz="1000">
                <a:solidFill>
                  <a:schemeClr val="dk1"/>
                </a:solidFill>
              </a:rPr>
              <a:t>Medicinisch-chemische Untersuchungen</a:t>
            </a:r>
            <a:r>
              <a:rPr lang="en-US" sz="1000">
                <a:solidFill>
                  <a:schemeClr val="dk1"/>
                </a:solidFill>
              </a:rPr>
              <a:t>, Berlin, v. 4, p. 441–460, 1871. Disponível em:</a:t>
            </a:r>
            <a:r>
              <a:rPr lang="en-US" sz="1000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chemeClr val="hlink"/>
                </a:solidFill>
                <a:hlinkClick r:id="rId12"/>
              </a:rPr>
              <a:t>https://archive.org/details/IA41547001_0103</a:t>
            </a:r>
            <a:r>
              <a:rPr lang="en-US" sz="1000">
                <a:solidFill>
                  <a:schemeClr val="dk1"/>
                </a:solidFill>
              </a:rPr>
              <a:t>. Acesso em: 5 set.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MORGAN, Lewis Henry. </a:t>
            </a:r>
            <a:r>
              <a:rPr b="1" lang="en-US" sz="1000">
                <a:solidFill>
                  <a:schemeClr val="dk1"/>
                </a:solidFill>
              </a:rPr>
              <a:t>Ancient Society</a:t>
            </a:r>
            <a:r>
              <a:rPr lang="en-US" sz="1000">
                <a:solidFill>
                  <a:schemeClr val="dk1"/>
                </a:solidFill>
              </a:rPr>
              <a:t>: or researches in the lines of human progress from savagery through barbarism to civilization. New York: Henry Holt and Company, 1877. Disponível em:</a:t>
            </a:r>
            <a:r>
              <a:rPr lang="en-US" sz="1000">
                <a:solidFill>
                  <a:schemeClr val="dk1"/>
                </a:solidFill>
                <a:uFill>
                  <a:noFill/>
                </a:u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chemeClr val="hlink"/>
                </a:solidFill>
                <a:hlinkClick r:id="rId14"/>
              </a:rPr>
              <a:t>https://archive.org/details/Morgan1877AncientSociety</a:t>
            </a:r>
            <a:r>
              <a:rPr lang="en-US" sz="1000">
                <a:solidFill>
                  <a:schemeClr val="dk1"/>
                </a:solidFill>
              </a:rPr>
              <a:t>. Acesso em: 5 set.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PEKONEN, Osmo. Cubed: The Puzzle of Us All by Ernő Rubik. </a:t>
            </a:r>
            <a:r>
              <a:rPr b="1" lang="en-US" sz="1000">
                <a:solidFill>
                  <a:schemeClr val="dk1"/>
                </a:solidFill>
              </a:rPr>
              <a:t>The Mathematical Intelligencer</a:t>
            </a:r>
            <a:r>
              <a:rPr lang="en-US" sz="1000">
                <a:solidFill>
                  <a:schemeClr val="dk1"/>
                </a:solidFill>
              </a:rPr>
              <a:t>, [s. l.], v. 43, n. 2, p. 77–78, 2021. Disponível em:</a:t>
            </a:r>
            <a:r>
              <a:rPr lang="en-US" sz="1000">
                <a:solidFill>
                  <a:schemeClr val="dk1"/>
                </a:solidFill>
                <a:uFill>
                  <a:noFill/>
                </a:uFill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chemeClr val="hlink"/>
                </a:solidFill>
                <a:hlinkClick r:id="rId16"/>
              </a:rPr>
              <a:t>https://doi.org/10.1007/s00283-021-10052-1</a:t>
            </a:r>
            <a:r>
              <a:rPr lang="en-US" sz="1000">
                <a:solidFill>
                  <a:schemeClr val="dk1"/>
                </a:solidFill>
              </a:rPr>
              <a:t>. Acesso em: 5 set.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ROKICKI, Tomas; KOCIEMBA, Herbert; DAVIDSON, Morley; DETHRIDGE, John. </a:t>
            </a:r>
            <a:r>
              <a:rPr b="1" lang="en-US" sz="1000">
                <a:solidFill>
                  <a:schemeClr val="dk1"/>
                </a:solidFill>
              </a:rPr>
              <a:t>Brute-forcing Rubik's cube</a:t>
            </a:r>
            <a:r>
              <a:rPr lang="en-US" sz="1000">
                <a:solidFill>
                  <a:schemeClr val="dk1"/>
                </a:solidFill>
              </a:rPr>
              <a:t>: God's number is 20. 2010. Disponível em:</a:t>
            </a:r>
            <a:r>
              <a:rPr lang="en-US" sz="1000">
                <a:solidFill>
                  <a:schemeClr val="dk1"/>
                </a:solidFill>
                <a:uFill>
                  <a:noFill/>
                </a:uFill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chemeClr val="hlink"/>
                </a:solidFill>
                <a:hlinkClick r:id="rId18"/>
              </a:rPr>
              <a:t>https://kociemba.org/math/papers/rubik20.pdf</a:t>
            </a:r>
            <a:r>
              <a:rPr lang="en-US" sz="1000">
                <a:solidFill>
                  <a:schemeClr val="dk1"/>
                </a:solidFill>
              </a:rPr>
              <a:t>. Acesso em: 5 set.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WATSON, James D.; CRICK, Francis H. C. Molecular structure of nucleic acids: a structure for deoxyribose nucleic acid. </a:t>
            </a:r>
            <a:r>
              <a:rPr b="1" lang="en-US" sz="1000">
                <a:solidFill>
                  <a:schemeClr val="dk1"/>
                </a:solidFill>
              </a:rPr>
              <a:t>Nature</a:t>
            </a:r>
            <a:r>
              <a:rPr lang="en-US" sz="1000">
                <a:solidFill>
                  <a:schemeClr val="dk1"/>
                </a:solidFill>
              </a:rPr>
              <a:t>, London, v. 171, n. 4356, p. 737–738, 25 abr. 1953. Disponível em:</a:t>
            </a:r>
            <a:r>
              <a:rPr lang="en-US" sz="1000">
                <a:solidFill>
                  <a:schemeClr val="dk1"/>
                </a:solidFill>
                <a:uFill>
                  <a:noFill/>
                </a:uFill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chemeClr val="hlink"/>
                </a:solidFill>
                <a:hlinkClick r:id="rId20"/>
              </a:rPr>
              <a:t>https://collections.nlm.nih.gov/ext/document/101584582X381/PDF/101584582X381.pdf</a:t>
            </a:r>
            <a:r>
              <a:rPr lang="en-US" sz="1000">
                <a:solidFill>
                  <a:schemeClr val="dk1"/>
                </a:solidFill>
              </a:rPr>
              <a:t>. Acesso em: 5 set.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